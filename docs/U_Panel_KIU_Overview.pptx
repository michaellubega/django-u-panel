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9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43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58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26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31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02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2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4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65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83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21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7156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4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1168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193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78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68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8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020572"/>
            <a:ext cx="113385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D2E"/>
                </a:solidFill>
                <a:latin typeface="Calibri"/>
              </a:defRPr>
            </a:pPr>
            <a:r>
              <a:rPr sz="5400" dirty="0"/>
              <a:t>U-Panel KIU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4144" y="2198914"/>
            <a:ext cx="11338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rPr sz="2000" b="1" dirty="0"/>
              <a:t>Version 1.0.0 · Digital university operations — attendance, notices, course work,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673212"/>
            <a:ext cx="113385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A2915"/>
                </a:solidFill>
                <a:latin typeface="Calibri"/>
              </a:defRPr>
            </a:pPr>
            <a:r>
              <a:rPr dirty="0"/>
              <a:t>Less paper · one digital workspace · QA + students · Flutter + Firebase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4D2E"/>
                </a:solidFill>
                <a:latin typeface="Calibri"/>
              </a:defRPr>
            </a:pPr>
            <a:r>
              <a:t>1.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67512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A2915"/>
                </a:solidFill>
                <a:latin typeface="Calibri"/>
              </a:defRPr>
            </a:pPr>
            <a:r>
              <a:t>U-Panel at KIU — university ops in one app: attendance, notices, course work, reports. Phone · web · desktop.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44752"/>
            <a:ext cx="9054592" cy="5093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64768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Student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104888"/>
            <a:ext cx="11338560" cy="63779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359255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People → app → 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4D2E"/>
                </a:solidFill>
                <a:latin typeface="Calibri"/>
              </a:defRPr>
            </a:pPr>
            <a:r>
              <a:t>2. Pain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67512"/>
            <a:ext cx="10436352" cy="5870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64768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Today’s drag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4D2E"/>
                </a:solidFill>
                <a:latin typeface="Calibri"/>
              </a:defRPr>
            </a:pPr>
            <a:r>
              <a:t>3. Shift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67512"/>
            <a:ext cx="10436352" cy="5870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64768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QA flow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104888"/>
            <a:ext cx="11338560" cy="6377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1359255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Before → after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4D2E"/>
                </a:solidFill>
                <a:latin typeface="Calibri"/>
              </a:defRPr>
            </a:pPr>
            <a:r>
              <a:t>4. Product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67512"/>
            <a:ext cx="10436352" cy="5870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64768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Modules + roll flow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104888"/>
            <a:ext cx="11338560" cy="6377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1359255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Notice → push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4D2E"/>
                </a:solidFill>
                <a:latin typeface="Calibri"/>
              </a:defRPr>
            </a:pPr>
            <a:r>
              <a:t>5. Architecture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67512"/>
            <a:ext cx="10436352" cy="5870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64768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Client + cloud + automation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4D2E"/>
                </a:solidFill>
                <a:latin typeface="Calibri"/>
              </a:defRPr>
            </a:pPr>
            <a:r>
              <a:t>6. Stack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67512"/>
            <a:ext cx="10436352" cy="5870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64768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Layers + targets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4D2E"/>
                </a:solidFill>
                <a:latin typeface="Calibri"/>
              </a:defRPr>
            </a:pPr>
            <a:r>
              <a:t>7. Roles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67512"/>
            <a:ext cx="10436352" cy="5870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64768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Who touches what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4D2E"/>
                </a:solidFill>
                <a:latin typeface="Calibri"/>
              </a:defRPr>
            </a:pPr>
            <a:r>
              <a:t>8. Value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67512"/>
            <a:ext cx="10436352" cy="5870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64768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Why it matters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4D2E"/>
                </a:solidFill>
                <a:latin typeface="Calibri"/>
              </a:defRPr>
            </a:pPr>
            <a:r>
              <a:t>9. Next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67512"/>
            <a:ext cx="10436352" cy="5870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64768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Calibri"/>
              </a:defRPr>
            </a:pPr>
            <a:r>
              <a:t>Roadmap waves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338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4D2E"/>
                </a:solidFill>
                <a:latin typeface="Calibri"/>
              </a:defRPr>
            </a:pPr>
            <a:r>
              <a:rPr sz="4000" dirty="0"/>
              <a:t>10.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697034"/>
            <a:ext cx="113385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A2915"/>
                </a:solidFill>
                <a:latin typeface="Calibri"/>
              </a:defRPr>
            </a:pPr>
            <a:r>
              <a:rPr sz="3200" dirty="0"/>
              <a:t>One system of record · less paper · automation where it counts · built to grow.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44478"/>
            <a:ext cx="1133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rPr dirty="0"/>
              <a:t>U-Panel · KIU · Project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145</Words>
  <Application>Microsoft Office PowerPoint</Application>
  <PresentationFormat>Widescreen</PresentationFormat>
  <Paragraphs>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Lubega</cp:lastModifiedBy>
  <cp:revision>2</cp:revision>
  <dcterms:created xsi:type="dcterms:W3CDTF">2013-01-27T09:14:16Z</dcterms:created>
  <dcterms:modified xsi:type="dcterms:W3CDTF">2026-05-02T22:50:44Z</dcterms:modified>
  <cp:category/>
</cp:coreProperties>
</file>